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FARGATE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Proof of Concept — AWS ECS Fargate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Architecture Diagrams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Infrastructure Overview</a:t>
            </a:r>
            <a:endParaRPr lang="en-US" sz="2000" dirty="0"/>
          </a:p>
        </p:txBody>
      </p:sp>
      <p:pic>
        <p:nvPicPr>
          <p:cNvPr id="6" name="Image 0" descr="/mnt/data/repos/cicd-poc/docs/diagrams/images/fargate-01-infrastructure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High-Level Infrastructure Overview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Model (Two-Tier Architecture)</a:t>
            </a:r>
            <a:endParaRPr lang="en-US" sz="2000" dirty="0"/>
          </a:p>
        </p:txBody>
      </p:sp>
      <p:pic>
        <p:nvPicPr>
          <p:cNvPr id="6" name="Image 0" descr="/mnt/data/repos/cicd-poc/docs/diagrams/images/fargate-02-deployment-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Deployment Model (Two-Tier Architecture)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 Flow (8 Stages)</a:t>
            </a:r>
            <a:endParaRPr lang="en-US" sz="2000" dirty="0"/>
          </a:p>
        </p:txBody>
      </p:sp>
      <p:pic>
        <p:nvPicPr>
          <p:cNvPr id="6" name="Image 0" descr="/mnt/data/repos/cicd-poc/docs/diagrams/images/fargate-03-cicd-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CI/CD Pipeline Flow (8 Stages)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 Flow</a:t>
            </a:r>
            <a:endParaRPr lang="en-US" sz="2000" dirty="0"/>
          </a:p>
        </p:txBody>
      </p:sp>
      <p:pic>
        <p:nvPicPr>
          <p:cNvPr id="6" name="Image 0" descr="/mnt/data/repos/cicd-poc/docs/diagrams/images/fargate-04-request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Request Flow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Groups Chain</a:t>
            </a:r>
            <a:endParaRPr lang="en-US" sz="2000" dirty="0"/>
          </a:p>
        </p:txBody>
      </p:sp>
      <p:pic>
        <p:nvPicPr>
          <p:cNvPr id="6" name="Image 0" descr="/mnt/data/repos/cicd-poc/docs/diagrams/images/fargate-05-security-grou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Security Groups Chain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ALB Path-Based Routing</a:t>
            </a:r>
            <a:endParaRPr lang="en-US" sz="2000" dirty="0"/>
          </a:p>
        </p:txBody>
      </p:sp>
      <p:pic>
        <p:nvPicPr>
          <p:cNvPr id="6" name="Image 0" descr="/mnt/data/repos/cicd-poc/docs/diagrams/images/fargate-06-alb-rou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ALB Path-Based Routing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ECS Deployment Strategy</a:t>
            </a:r>
            <a:endParaRPr lang="en-US" sz="2000" dirty="0"/>
          </a:p>
        </p:txBody>
      </p:sp>
      <p:pic>
        <p:nvPicPr>
          <p:cNvPr id="6" name="Image 0" descr="/mnt/data/repos/cicd-poc/docs/diagrams/images/fargate-07-ecs-deplo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ECS Deployment Strategy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 Observability</a:t>
            </a:r>
            <a:endParaRPr lang="en-US" sz="2000" dirty="0"/>
          </a:p>
        </p:txBody>
      </p:sp>
      <p:pic>
        <p:nvPicPr>
          <p:cNvPr id="6" name="Image 0" descr="/mnt/data/repos/cicd-poc/docs/diagrams/images/fargate-08-monito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Monitoring &amp; Observability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411480" cy="320040"/>
          </a:xfrm>
          <a:prstGeom prst="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 Integration (Azure DevOps → AWS)</a:t>
            </a:r>
            <a:endParaRPr lang="en-US" sz="2000" dirty="0"/>
          </a:p>
        </p:txBody>
      </p:sp>
      <p:pic>
        <p:nvPicPr>
          <p:cNvPr id="6" name="Image 0" descr="/mnt/data/repos/cicd-poc/docs/diagrams/images/fargate-09-webhoo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77240"/>
            <a:ext cx="82296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— Webhook Integration (Azure DevOps → AWS)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Fargate Infrastructure Architecture</dc:title>
  <dc:subject>PptxGenJS Presentation</dc:subject>
  <dc:creator>CI/CD PoC</dc:creator>
  <cp:lastModifiedBy>CI/CD PoC</cp:lastModifiedBy>
  <cp:revision>1</cp:revision>
  <dcterms:created xsi:type="dcterms:W3CDTF">2026-02-12T07:52:29Z</dcterms:created>
  <dcterms:modified xsi:type="dcterms:W3CDTF">2026-02-12T07:52:29Z</dcterms:modified>
</cp:coreProperties>
</file>