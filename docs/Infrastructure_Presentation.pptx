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Japfa API Platform - Detailed View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High-Level Infrastructure Overview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2880" y="13716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417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/ Browser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22860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28600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Repos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463040" y="731520"/>
            <a:ext cx="7498080" cy="4114800"/>
          </a:xfrm>
          <a:prstGeom prst="roundRect">
            <a:avLst>
              <a:gd name="adj" fmla="val 2222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463040" y="777240"/>
            <a:ext cx="749808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AWS Cloud (us-east-1)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45920" y="1828800"/>
            <a:ext cx="128016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187452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API Gateway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91640" y="21031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+ TLS 1.2+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Throttle: 500rps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108960" y="914400"/>
            <a:ext cx="5669280" cy="3749040"/>
          </a:xfrm>
          <a:prstGeom prst="roundRect">
            <a:avLst>
              <a:gd name="adj" fmla="val 2439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108960" y="960120"/>
            <a:ext cx="566928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VPC 10.0.0.0/16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91840" y="1828800"/>
            <a:ext cx="109728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8745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 Link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37560" y="2103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Subnet Access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926080" y="2103120"/>
            <a:ext cx="365760" cy="13716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1828800"/>
            <a:ext cx="109728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8745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ALB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17720" y="21031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:80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Routing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4389120" y="2103120"/>
            <a:ext cx="182880" cy="13716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3" name="Shape 21"/>
          <p:cNvSpPr/>
          <p:nvPr/>
        </p:nvSpPr>
        <p:spPr>
          <a:xfrm>
            <a:off x="5943600" y="13716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417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Group 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89320" y="1645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/api/cash/*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943600" y="246888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5146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Group 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89320" y="2743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/api/poultry/*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669280" y="1645920"/>
            <a:ext cx="27432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0" y="2743200"/>
            <a:ext cx="27432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0" y="13716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1417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Service 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60920" y="16459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Fargate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315200" y="246888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0" y="251460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Service B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360920" y="27432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Fargate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7040880" y="1645920"/>
            <a:ext cx="27432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38" name="Shape 36"/>
          <p:cNvSpPr/>
          <p:nvPr/>
        </p:nvSpPr>
        <p:spPr>
          <a:xfrm>
            <a:off x="7040880" y="2743200"/>
            <a:ext cx="274320" cy="9144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39" name="Shape 37"/>
          <p:cNvSpPr/>
          <p:nvPr/>
        </p:nvSpPr>
        <p:spPr>
          <a:xfrm>
            <a:off x="1280160" y="2560320"/>
            <a:ext cx="6035040" cy="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657600" y="2743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Deploy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VPC Network Architecture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0"/>
          </a:xfrm>
          <a:prstGeom prst="roundRect">
            <a:avLst>
              <a:gd name="adj" fmla="val 25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VPC 10.0.0.0/16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657600" y="109728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1430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 Gateway (IGW)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03320" y="13716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0.0.0.0/0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AZ-a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965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Subnet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10.0.1.0/24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6012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 Gateway 1 (EIP)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914400" y="320040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461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Subnet 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10.0.10.0/24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474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 Node | ECS Tasks | CodeBuild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114800" y="1554480"/>
            <a:ext cx="91440" cy="36576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17" name="Shape 15"/>
          <p:cNvSpPr/>
          <p:nvPr/>
        </p:nvSpPr>
        <p:spPr>
          <a:xfrm>
            <a:off x="2560320" y="2651760"/>
            <a:ext cx="182880" cy="54864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18" name="Text 16"/>
          <p:cNvSpPr/>
          <p:nvPr/>
        </p:nvSpPr>
        <p:spPr>
          <a:xfrm>
            <a:off x="2651760" y="2651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 Traffic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754880" y="16459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754880" y="1691640"/>
            <a:ext cx="36576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AZ-b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937760" y="192024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96596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Subnet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10.0.2.0/24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2194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 Gateway 2 (EIP)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937760" y="3200400"/>
            <a:ext cx="3291840" cy="914400"/>
          </a:xfrm>
          <a:prstGeom prst="roundRect">
            <a:avLst>
              <a:gd name="adj" fmla="val 50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461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Subnet 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10.0.11.0/24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347472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 Node | ECS Tasks | CodeBuild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5029200" y="1554480"/>
            <a:ext cx="91440" cy="36576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28" name="Shape 26"/>
          <p:cNvSpPr/>
          <p:nvPr/>
        </p:nvSpPr>
        <p:spPr>
          <a:xfrm>
            <a:off x="6583680" y="2651760"/>
            <a:ext cx="182880" cy="54864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265176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 Traffic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CI/CD Pipeline Flow (5 Stages)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82880" y="2286000"/>
            <a:ext cx="914400" cy="731520"/>
          </a:xfrm>
          <a:prstGeom prst="roundRect">
            <a:avLst>
              <a:gd name="adj" fmla="val 625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trigger.zip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097280" y="2560320"/>
            <a:ext cx="2743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371600"/>
            <a:ext cx="6400800" cy="2286000"/>
          </a:xfrm>
          <a:prstGeom prst="roundRect">
            <a:avLst>
              <a:gd name="adj" fmla="val 4000"/>
            </a:avLst>
          </a:prstGeom>
          <a:solidFill>
            <a:srgbClr val="283A5E">
              <a:alpha val="40000"/>
            </a:srgbClr>
          </a:solidFill>
          <a:ln w="12700">
            <a:solidFill>
              <a:srgbClr val="7B8FA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371600" y="1417320"/>
            <a:ext cx="6400800" cy="1828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7B8FA1"/>
                </a:solidFill>
              </a:rPr>
              <a:t>CodePipeline Execution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554480" y="2286000"/>
            <a:ext cx="91440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Source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 Source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468880" y="2560320"/>
            <a:ext cx="2743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0" y="2286000"/>
            <a:ext cx="91440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Clone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8892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CodeBuild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clone (PAT)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0" y="2560320"/>
            <a:ext cx="2743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7" name="Shape 15"/>
          <p:cNvSpPr/>
          <p:nvPr/>
        </p:nvSpPr>
        <p:spPr>
          <a:xfrm>
            <a:off x="3931920" y="2286000"/>
            <a:ext cx="91440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Build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7764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CodeBuild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build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46320" y="2560320"/>
            <a:ext cx="2743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1" name="Shape 19"/>
          <p:cNvSpPr/>
          <p:nvPr/>
        </p:nvSpPr>
        <p:spPr>
          <a:xfrm>
            <a:off x="5120640" y="2286000"/>
            <a:ext cx="91440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Push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6636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CodeBuild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ECR Push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035040" y="2560320"/>
            <a:ext cx="2743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286000"/>
            <a:ext cx="914400" cy="731520"/>
          </a:xfrm>
          <a:prstGeom prst="roundRect">
            <a:avLst>
              <a:gd name="adj" fmla="val 625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3317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Deploy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55080" y="25603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Deploy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Rolling Update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3840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Artifacts: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54480" y="38404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7B8FA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TriggerOutput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00200" y="41148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buildspecs/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0" y="38404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7B8FA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SourceOutput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88920" y="41148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+ specs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31920" y="38404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7B8FA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BuildOutput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977640" y="41148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metadata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486400" y="384048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7B8FA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PushOutput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32120" y="411480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image.json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2743200" y="73152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0" y="777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DevOps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788920" y="10058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200400" y="1188720"/>
            <a:ext cx="91440" cy="182880"/>
          </a:xfrm>
          <a:prstGeom prst="downArrow">
            <a:avLst/>
          </a:prstGeom>
          <a:solidFill>
            <a:srgbClr val="7B8FA1"/>
          </a:solidFill>
          <a:ln/>
        </p:spPr>
      </p:sp>
      <p:sp>
        <p:nvSpPr>
          <p:cNvPr id="45" name="Shape 43"/>
          <p:cNvSpPr/>
          <p:nvPr/>
        </p:nvSpPr>
        <p:spPr>
          <a:xfrm>
            <a:off x="5120640" y="731520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777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66360" y="10058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Registry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577840" y="1188720"/>
            <a:ext cx="91440" cy="182880"/>
          </a:xfrm>
          <a:prstGeom prst="downArrow">
            <a:avLst/>
          </a:prstGeom>
          <a:solidFill>
            <a:srgbClr val="7B8FA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Security Group Chain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2286000"/>
            <a:ext cx="1097280" cy="914400"/>
          </a:xfrm>
          <a:prstGeom prst="roundRect">
            <a:avLst>
              <a:gd name="adj" fmla="val 5000"/>
            </a:avLst>
          </a:prstGeom>
          <a:solidFill>
            <a:srgbClr val="F96167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2560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0.0.0.0/0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1554480" y="2651760"/>
            <a:ext cx="54864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514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443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2103120" y="2286000"/>
            <a:ext cx="1097280" cy="914400"/>
          </a:xfrm>
          <a:prstGeom prst="roundRect">
            <a:avLst>
              <a:gd name="adj" fmla="val 50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VpcLink SG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48840" y="2560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Ingress: 443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00400" y="2651760"/>
            <a:ext cx="7315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2514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80, 443</a:t>
            </a:r>
            <a:endParaRPr lang="en-US" sz="600" dirty="0"/>
          </a:p>
        </p:txBody>
      </p:sp>
      <p:sp>
        <p:nvSpPr>
          <p:cNvPr id="13" name="Shape 11"/>
          <p:cNvSpPr/>
          <p:nvPr/>
        </p:nvSpPr>
        <p:spPr>
          <a:xfrm>
            <a:off x="3931920" y="2286000"/>
            <a:ext cx="1097280" cy="914400"/>
          </a:xfrm>
          <a:prstGeom prst="roundRect">
            <a:avLst>
              <a:gd name="adj" fmla="val 50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ALB SG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977640" y="2560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Ingress: VpcLink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0" y="2651760"/>
            <a:ext cx="73152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5146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80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5760720" y="2286000"/>
            <a:ext cx="1097280" cy="914400"/>
          </a:xfrm>
          <a:prstGeom prst="roundRect">
            <a:avLst>
              <a:gd name="adj" fmla="val 5000"/>
            </a:avLst>
          </a:prstGeom>
          <a:solidFill>
            <a:srgbClr val="3E5074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SG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06440" y="2560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Ingress: ALB SG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Egress: Any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858000" y="2651760"/>
            <a:ext cx="548640" cy="182880"/>
          </a:xfrm>
          <a:prstGeom prst="rightArrow">
            <a:avLst/>
          </a:prstGeom>
          <a:solidFill>
            <a:srgbClr val="7B8FA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25146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TCP 1433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7406640" y="2286000"/>
            <a:ext cx="1097280" cy="914400"/>
          </a:xfrm>
          <a:prstGeom prst="roundRect">
            <a:avLst>
              <a:gd name="adj" fmla="val 5000"/>
            </a:avLst>
          </a:prstGeom>
          <a:solidFill>
            <a:srgbClr val="283A5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06640" y="23317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52360" y="25603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Detailed Request Flow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128016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0" cy="36576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828800" y="731520"/>
            <a:ext cx="128016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731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0" cy="36576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00400" y="731520"/>
            <a:ext cx="128016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731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VPC Link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1097280"/>
            <a:ext cx="0" cy="36576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572000" y="731520"/>
            <a:ext cx="128016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731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Int. ALB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1097280"/>
            <a:ext cx="0" cy="36576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943600" y="731520"/>
            <a:ext cx="128016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731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Group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583680" y="1097280"/>
            <a:ext cx="0" cy="36576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315200" y="731520"/>
            <a:ext cx="1280160" cy="365760"/>
          </a:xfrm>
          <a:prstGeom prst="rect">
            <a:avLst/>
          </a:prstGeom>
          <a:solidFill>
            <a:srgbClr val="283A5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7315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ECS Task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55280" y="1097280"/>
            <a:ext cx="0" cy="3657600"/>
          </a:xfrm>
          <a:prstGeom prst="line">
            <a:avLst/>
          </a:prstGeom>
          <a:noFill/>
          <a:ln w="12700">
            <a:solidFill>
              <a:srgbClr val="7B8FA1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097280" y="1371600"/>
            <a:ext cx="1371600" cy="914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11887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 /api/*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468880" y="1828800"/>
            <a:ext cx="1371600" cy="914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2468880" y="16459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Forward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3840480" y="2286000"/>
            <a:ext cx="1371600" cy="914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21031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:80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5212080" y="2743200"/>
            <a:ext cx="1371600" cy="914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25603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Routing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6583680" y="3200400"/>
            <a:ext cx="1371600" cy="91440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017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B8F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Port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Architecture (Detailed)</dc:title>
  <dc:subject>PptxGenJS Presentation</dc:subject>
  <dc:creator>Antigravity</dc:creator>
  <cp:lastModifiedBy>Antigravity</cp:lastModifiedBy>
  <cp:revision>1</cp:revision>
  <dcterms:created xsi:type="dcterms:W3CDTF">2026-02-12T03:13:29Z</dcterms:created>
  <dcterms:modified xsi:type="dcterms:W3CDTF">2026-02-12T03:13:29Z</dcterms:modified>
</cp:coreProperties>
</file>